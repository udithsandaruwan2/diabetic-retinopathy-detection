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hPbCU0xT3XSHEWQrdKk1iJO/QB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Identify the cell locations which provides the highest value for X and 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you zoom the image, you can notice highest value 1 appears for the X in locations such as  :-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Cell 1, Cell 4, Cell 5,  Cell 10, Cell 11.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Similarly for Y, highest value 1 comes in cell locations such as :-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Cell 2, Cell 3, Cell 9 and Cell 12.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Now to test if there is a X in the given image, calculate the value in the fully connected cell locations Cell 1, Cell 4, Cell 5,  Cell 10, Cell 11.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In the image :-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Cell 1 – 0.9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Cell 4 – 0.87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Cell 5 – 0.96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Cell 10 – 0.89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Cell 11-0.94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Sum up and total is :- 4.56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Sum up of X`s same cell locations :- 5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Threshold ratio :- 4.56 / 5  🡪 0.91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Now to test if there is a Y in the given image, calculate the value in the fully connected cell locations Cell 2, Cell 3, Cell 9 and Cell 12.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In the image :-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Cell 2 – 0.65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Cell 3 – 0.45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Cell 9 – 0.44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Cell 12 – 0.53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Sum up and total is :- 2.07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Sum up of Y`s same cell locations :- 4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Threshold ratio :- 4.56 / 5  🡪 0.51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Therefore conclusion is there is a X in the given image and not a 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Toughly keep in mind, it`s not blindly adding all the cell locations. Only the cell locations of the fully connected layer of the image under concern, which corresponds with the highest values of the feature`s fully connected layers cell locations. </a:t>
            </a:r>
            <a:endParaRPr/>
          </a:p>
        </p:txBody>
      </p:sp>
      <p:sp>
        <p:nvSpPr>
          <p:cNvPr id="250" name="Google Shape;250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Convolutional Neural Networks- CNN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Kaneeka Vidanage (M. Phil, PhD)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14.JPG" id="95" name="Google Shape;95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15.JPG" id="101" name="Google Shape;101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2400"/>
            <a:ext cx="9144000" cy="67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16.JPG" id="107" name="Google Shape;107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2400"/>
            <a:ext cx="8991600" cy="640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17.JPG" id="113" name="Google Shape;113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18.JPG" id="119" name="Google Shape;119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20.JPG" id="125" name="Google Shape;125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04800"/>
            <a:ext cx="9144000" cy="640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21].JPG" id="131" name="Google Shape;131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22.JPG" id="137" name="Google Shape;137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23.JPG" id="143" name="Google Shape;143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24.JPG" id="149" name="Google Shape;149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2400"/>
            <a:ext cx="8991600" cy="67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25.JPG" id="155" name="Google Shape;155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8600"/>
            <a:ext cx="8991600" cy="662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26.JPG" id="161" name="Google Shape;161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27.JPG" id="167" name="Google Shape;167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28.JPG" id="173" name="Google Shape;173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2400"/>
            <a:ext cx="9144000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6"/>
          <p:cNvPicPr preferRelativeResize="0"/>
          <p:nvPr/>
        </p:nvPicPr>
        <p:blipFill rotWithShape="1">
          <a:blip r:embed="rId3">
            <a:alphaModFix/>
          </a:blip>
          <a:srcRect b="17727" l="7474" r="7319" t="18423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7"/>
          <p:cNvPicPr preferRelativeResize="0"/>
          <p:nvPr/>
        </p:nvPicPr>
        <p:blipFill rotWithShape="1">
          <a:blip r:embed="rId3">
            <a:alphaModFix/>
          </a:blip>
          <a:srcRect b="15719" l="7574" r="6783" t="7303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8"/>
          <p:cNvPicPr preferRelativeResize="0"/>
          <p:nvPr/>
        </p:nvPicPr>
        <p:blipFill rotWithShape="1">
          <a:blip r:embed="rId3">
            <a:alphaModFix/>
          </a:blip>
          <a:srcRect b="25275" l="7613" r="16251" t="7692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9"/>
          <p:cNvPicPr preferRelativeResize="0"/>
          <p:nvPr/>
        </p:nvPicPr>
        <p:blipFill rotWithShape="1">
          <a:blip r:embed="rId3">
            <a:alphaModFix/>
          </a:blip>
          <a:srcRect b="31868" l="7613" r="23864" t="6592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0"/>
          <p:cNvPicPr preferRelativeResize="0"/>
          <p:nvPr/>
        </p:nvPicPr>
        <p:blipFill rotWithShape="1">
          <a:blip r:embed="rId3">
            <a:alphaModFix/>
          </a:blip>
          <a:srcRect b="14286" l="4100" r="15081" t="6593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1"/>
          <p:cNvPicPr preferRelativeResize="0"/>
          <p:nvPr/>
        </p:nvPicPr>
        <p:blipFill rotWithShape="1">
          <a:blip r:embed="rId3">
            <a:alphaModFix/>
          </a:blip>
          <a:srcRect b="18681" l="6442" r="9809" t="6593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2"/>
          <p:cNvPicPr preferRelativeResize="0"/>
          <p:nvPr/>
        </p:nvPicPr>
        <p:blipFill rotWithShape="1">
          <a:blip r:embed="rId3">
            <a:alphaModFix/>
          </a:blip>
          <a:srcRect b="13187" l="7028" r="23865" t="4396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4" name="Google Shape;214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15" name="Google Shape;215;p23"/>
          <p:cNvPicPr preferRelativeResize="0"/>
          <p:nvPr/>
        </p:nvPicPr>
        <p:blipFill rotWithShape="1">
          <a:blip r:embed="rId3">
            <a:alphaModFix/>
          </a:blip>
          <a:srcRect b="16483" l="3514" r="6881" t="6593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1" name="Google Shape;221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22" name="Google Shape;222;p24"/>
          <p:cNvPicPr preferRelativeResize="0"/>
          <p:nvPr/>
        </p:nvPicPr>
        <p:blipFill rotWithShape="1">
          <a:blip r:embed="rId3">
            <a:alphaModFix/>
          </a:blip>
          <a:srcRect b="13187" l="4100" r="34993" t="6593"/>
          <a:stretch/>
        </p:blipFill>
        <p:spPr>
          <a:xfrm>
            <a:off x="0" y="0"/>
            <a:ext cx="89154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9" name="Google Shape;229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30" name="Google Shape;230;p25"/>
          <p:cNvPicPr preferRelativeResize="0"/>
          <p:nvPr/>
        </p:nvPicPr>
        <p:blipFill rotWithShape="1">
          <a:blip r:embed="rId3">
            <a:alphaModFix/>
          </a:blip>
          <a:srcRect b="13187" l="6442" r="7467" t="7692"/>
          <a:stretch/>
        </p:blipFill>
        <p:spPr>
          <a:xfrm>
            <a:off x="-228600" y="0"/>
            <a:ext cx="93726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7" name="Google Shape;237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 rotWithShape="1">
          <a:blip r:embed="rId3">
            <a:alphaModFix/>
          </a:blip>
          <a:srcRect b="17581" l="7028" r="22108" t="6593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5" name="Google Shape;245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46" name="Google Shape;246;p27"/>
          <p:cNvPicPr preferRelativeResize="0"/>
          <p:nvPr/>
        </p:nvPicPr>
        <p:blipFill rotWithShape="1">
          <a:blip r:embed="rId3">
            <a:alphaModFix/>
          </a:blip>
          <a:srcRect b="17582" l="7028" r="20351" t="7692"/>
          <a:stretch/>
        </p:blipFill>
        <p:spPr>
          <a:xfrm>
            <a:off x="0" y="0"/>
            <a:ext cx="94488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3" name="Google Shape;253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54" name="Google Shape;254;p28"/>
          <p:cNvPicPr preferRelativeResize="0"/>
          <p:nvPr/>
        </p:nvPicPr>
        <p:blipFill rotWithShape="1">
          <a:blip r:embed="rId3">
            <a:alphaModFix/>
          </a:blip>
          <a:srcRect b="13735" l="7247" r="13690" t="7142"/>
          <a:stretch/>
        </p:blipFill>
        <p:spPr>
          <a:xfrm>
            <a:off x="0" y="0"/>
            <a:ext cx="92964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2020-03-05T15:06:02Z</dcterms:created>
  <dc:creator>Kaneeka Vidanage</dc:creator>
</cp:coreProperties>
</file>